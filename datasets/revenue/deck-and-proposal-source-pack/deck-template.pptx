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_deck_title"/>
          <p:cNvSpPr>
            <a:spLocks noGrp="1"/>
          </p:cNvSpPr>
          <p:nvPr>
            <p:ph type="ctrTitle"/>
          </p:nvPr>
        </p:nvSpPr>
        <p:spPr>
          <a:xfrm>
            <a:off x="838200" y="685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Quarterly Business Review</a:t>
            </a:r>
          </a:p>
        </p:txBody>
      </p:sp>
      <p:sp>
        <p:nvSpPr>
          <p:cNvPr id="3" name="slot_period_line"/>
          <p:cNvSpPr>
            <a:spLocks noGrp="1"/>
          </p:cNvSpPr>
          <p:nvPr>
            <p:ph type="subTitle" idx="1"/>
          </p:nvPr>
        </p:nvSpPr>
        <p:spPr>
          <a:xfrm>
            <a:off x="838200" y="1828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Quarter ending 31 March 2026</a:t>
            </a:r>
          </a:p>
        </p:txBody>
      </p:sp>
      <p:sp>
        <p:nvSpPr>
          <p:cNvPr id="4" name="slot_presenting_team"/>
          <p:cNvSpPr>
            <a:spLocks noGrp="1"/>
          </p:cNvSpPr>
          <p:nvPr>
            <p:ph type="body" idx="2"/>
          </p:nvPr>
        </p:nvSpPr>
        <p:spPr>
          <a:xfrm>
            <a:off x="838200" y="2971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Atticus Dundee Inc.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ipeline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_pipeline_by_stage_table"/>
          <p:cNvSpPr>
            <a:spLocks noGrp="1"/>
          </p:cNvSpPr>
          <p:nvPr>
            <p:ph type="tbl" idx="1"/>
          </p:nvPr>
        </p:nvSpPr>
        <p:spPr>
          <a:xfrm>
            <a:off x="838200" y="685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Stage table. Numbers view figures resolve here.</a:t>
            </a:r>
          </a:p>
        </p:txBody>
      </p:sp>
      <p:sp>
        <p:nvSpPr>
          <p:cNvPr id="3" name="slot_open_total"/>
          <p:cNvSpPr>
            <a:spLocks noGrp="1"/>
          </p:cNvSpPr>
          <p:nvPr>
            <p:ph type="body" idx="2"/>
          </p:nvPr>
        </p:nvSpPr>
        <p:spPr>
          <a:xfrm>
            <a:off x="838200" y="1828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Open book total. Numbers view figures resolve here.</a:t>
            </a:r>
          </a:p>
        </p:txBody>
      </p:sp>
      <p:sp>
        <p:nvSpPr>
          <p:cNvPr id="4" name="slot_weighted_total"/>
          <p:cNvSpPr>
            <a:spLocks noGrp="1"/>
          </p:cNvSpPr>
          <p:nvPr>
            <p:ph type="body" idx="3"/>
          </p:nvPr>
        </p:nvSpPr>
        <p:spPr>
          <a:xfrm>
            <a:off x="838200" y="2971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Weighted total. A numbers view figure resolves here.</a:t>
            </a:r>
          </a:p>
        </p:txBody>
      </p:sp>
      <p:sp>
        <p:nvSpPr>
          <p:cNvPr id="5" name="slot_asof_note"/>
          <p:cNvSpPr>
            <a:spLocks noGrp="1"/>
          </p:cNvSpPr>
          <p:nvPr>
            <p:ph type="body" idx="4"/>
          </p:nvPr>
        </p:nvSpPr>
        <p:spPr>
          <a:xfrm>
            <a:off x="838200" y="4114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As of 16 March 2026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arter_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_closed_summary"/>
          <p:cNvSpPr>
            <a:spLocks noGrp="1"/>
          </p:cNvSpPr>
          <p:nvPr>
            <p:ph type="body" idx="1"/>
          </p:nvPr>
        </p:nvSpPr>
        <p:spPr>
          <a:xfrm>
            <a:off x="838200" y="685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Closed position for the quarter. Numbers view figures resolve here.</a:t>
            </a:r>
          </a:p>
        </p:txBody>
      </p:sp>
      <p:sp>
        <p:nvSpPr>
          <p:cNvPr id="3" name="slot_closed_ids_note"/>
          <p:cNvSpPr>
            <a:spLocks noGrp="1"/>
          </p:cNvSpPr>
          <p:nvPr>
            <p:ph type="body" idx="2"/>
          </p:nvPr>
        </p:nvSpPr>
        <p:spPr>
          <a:xfrm>
            <a:off x="838200" y="1828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Every figure on this slide prints the opportunity ids it was computed from.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account_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_account_heading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Amberfield Logistics, quarterly business review</a:t>
            </a:r>
          </a:p>
        </p:txBody>
      </p:sp>
      <p:sp>
        <p:nvSpPr>
          <p:cNvPr id="3" name="slot_account_open_position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Account open position. Numbers view figures resolve here.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voice_of_custo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_customer_language_quotes"/>
          <p:cNvSpPr>
            <a:spLocks noGrp="1"/>
          </p:cNvSpPr>
          <p:nvPr>
            <p:ph type="body" idx="1"/>
          </p:nvPr>
        </p:nvSpPr>
        <p:spPr>
          <a:xfrm>
            <a:off x="838200" y="685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Buyer language. Approved claim rows resolve here.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roposal_langu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_approved_claims"/>
          <p:cNvSpPr>
            <a:spLocks noGrp="1"/>
          </p:cNvSpPr>
          <p:nvPr>
            <p:ph type="body" idx="1"/>
          </p:nvPr>
        </p:nvSpPr>
        <p:spPr>
          <a:xfrm>
            <a:off x="838200" y="685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Proposal language. Approved claim rows resolve here.</a:t>
            </a:r>
          </a:p>
        </p:txBody>
      </p:sp>
      <p:sp>
        <p:nvSpPr>
          <p:cNvPr id="3" name="slot_language_citation_note"/>
          <p:cNvSpPr>
            <a:spLocks noGrp="1"/>
          </p:cNvSpPr>
          <p:nvPr>
            <p:ph type="body" idx="2"/>
          </p:nvPr>
        </p:nvSpPr>
        <p:spPr>
          <a:xfrm>
            <a:off x="838200" y="182880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Every quote cites the WL id of the win loss record it was taken from.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_text_box"/>
          <p:cNvSpPr txBox="1"/>
          <p:nvPr/>
        </p:nvSpPr>
        <p:spPr>
          <a:xfrm>
            <a:off x="838200" y="2743200"/>
            <a:ext cx="10515600" cy="11430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Quarterly Business Review</a:t>
            </a:r>
          </a:p>
          <a:p>
            <a:r>
              <a:rPr lang="en-US" sz="1800" dirty="0"/>
              <a:t>Quarter ending 31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Trazomo datagen</Application>
  <Slides>1</Slides>
  <PresentationFormat>Widescreen</PresentationFormat>
  <Company>Atticus Dundee Inc.</Company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</dc:title>
  <dc:creator>Revenue Operations</dc:creator>
  <cp:lastModifiedBy>Revenue Operations</cp:lastModifiedBy>
  <dcterms:created xsi:type="dcterms:W3CDTF">2026-03-16T00:00:00Z</dcterms:created>
  <dcterms:modified xsi:type="dcterms:W3CDTF">2026-03-16T00:00:00Z</dcterms:modified>
  <cp:revision>1</cp:revision>
</cp:coreProperties>
</file>